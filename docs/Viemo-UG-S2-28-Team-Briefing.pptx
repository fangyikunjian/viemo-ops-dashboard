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0B0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0B0B"/>
                </a:solidFill>
                <a:latin typeface="Calibri"/>
              </a:rPr>
              <a:t>Where the tests actually are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Statement coverage</c:v>
                </c:pt>
              </c:strCache>
            </c:strRef>
          </c:tx>
          <c:spPr>
            <a:solidFill>
              <a:srgbClr val="256A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0B0B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Cadence</c:v>
                  </c:pt>
                  <c:pt idx="1">
                    <c:v>Permissions</c:v>
                  </c:pt>
                  <c:pt idx="2">
                    <c:v>Project health</c:v>
                  </c:pt>
                  <c:pt idx="3">
                    <c:v>Everything in lib/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96.6</c:v>
                </c:pt>
                <c:pt idx="2">
                  <c:v>95.3</c:v>
                </c:pt>
                <c:pt idx="3">
                  <c:v>30.2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B0B0B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12700" cap="flat">
              <a:solidFill>
                <a:srgbClr val="E1E0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C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minutes. The goal is that everyone leaves knowing what we are building, where their code goes, and the three rules that get a pull request rejected.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shared data model is why this is one product and not two apps in one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remember one slide, this one. It is the project's central argument and the thing markers and the client will both push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this live in the demo. It is the most convincing 90 seconds we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Saying 'the core is complete and here is what is not' is a stronger claim than 'it is finished', because it is checkable.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consequential structural decision in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should be able to point at their own directory after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are cheap to follow and expensive to unpick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say 'fully tested'. '102 tests, and 26 of 41 manual cases still to run' is stronger because a marker can check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 document is due 28/08. These five questions are the agenda.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here. Everyone should be able to have it running in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716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C8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UG-S2-28  ·  ICT CAPSTONE  ·  SEMESTER 2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Viemo Studio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Dashboard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85800" y="3703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venture studio's relationships and its project work, in one operational picture.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4709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52303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C8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468880" y="4709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468880" y="52303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C8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RELATIONSHIPS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51960" y="4709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251960" y="52303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C8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35040" y="4709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35040" y="52303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C8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briefing  ·  read before you write code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E6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ARE BUILDING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layers, one shared data model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10820095" cy="1024128"/>
          </a:xfrm>
          <a:prstGeom prst="roundRect">
            <a:avLst>
              <a:gd name="adj" fmla="val 8036"/>
            </a:avLst>
          </a:prstGeom>
          <a:solidFill>
            <a:srgbClr val="FCFCFB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920240"/>
            <a:ext cx="384048" cy="384048"/>
          </a:xfrm>
          <a:prstGeom prst="ellipse">
            <a:avLst/>
          </a:prstGeom>
          <a:solidFill>
            <a:srgbClr val="EAF2FD"/>
          </a:solidFill>
          <a:ln w="12700">
            <a:solidFill>
              <a:srgbClr val="256A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A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45920" y="1783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shell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45920" y="2130552"/>
            <a:ext cx="9448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Navigation, and a home screen that answers one question: does today need me?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807208"/>
            <a:ext cx="10820095" cy="1024128"/>
          </a:xfrm>
          <a:prstGeom prst="roundRect">
            <a:avLst>
              <a:gd name="adj" fmla="val 8036"/>
            </a:avLst>
          </a:prstGeom>
          <a:solidFill>
            <a:srgbClr val="FCFCFB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127248"/>
            <a:ext cx="384048" cy="384048"/>
          </a:xfrm>
          <a:prstGeom prst="ellipse">
            <a:avLst/>
          </a:prstGeom>
          <a:solidFill>
            <a:srgbClr val="EAF2FD"/>
          </a:solidFill>
          <a:ln w="12700">
            <a:solidFill>
              <a:srgbClr val="256A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A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2990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module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45920" y="3337560"/>
            <a:ext cx="9448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Relationship Management. Advisors, investors, partners, institutions, suppliers, customers — each kept to its own agreed rhythm.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014216"/>
            <a:ext cx="10820095" cy="1024128"/>
          </a:xfrm>
          <a:prstGeom prst="roundRect">
            <a:avLst>
              <a:gd name="adj" fmla="val 8036"/>
            </a:avLst>
          </a:prstGeom>
          <a:solidFill>
            <a:srgbClr val="FCFCFB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4334256"/>
            <a:ext cx="384048" cy="384048"/>
          </a:xfrm>
          <a:prstGeom prst="ellipse">
            <a:avLst/>
          </a:prstGeom>
          <a:solidFill>
            <a:srgbClr val="EAF2FD"/>
          </a:solidFill>
          <a:ln w="12700">
            <a:solidFill>
              <a:srgbClr val="256A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A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45920" y="41970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module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45920" y="4544568"/>
            <a:ext cx="9448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Projects, tasks, owners, statuses, deadlines. Progress and risk derived from the work, never typed in.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5230368"/>
            <a:ext cx="10820095" cy="749808"/>
          </a:xfrm>
          <a:prstGeom prst="roundRect">
            <a:avLst>
              <a:gd name="adj" fmla="val 10976"/>
            </a:avLst>
          </a:prstGeom>
          <a:solidFill>
            <a:srgbClr val="F2F1ED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440680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spine:  </a:t>
            </a:r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Prisma schema both modules are built on. It is simultaneously the implementation and a graded deliverable.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E6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ARGUMENT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CRM has nowhere to put an advisor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the relationships that decide whether a studio succeeds are never going to buy anything.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10820095" cy="18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37560" y="1965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6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60920" y="1965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A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BRM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4415" cy="658368"/>
          </a:xfrm>
          <a:prstGeom prst="rect">
            <a:avLst/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31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Organising unit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37560" y="2331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60920" y="2331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 itself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" y="30449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30449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 — ordered, terminal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60920" y="30449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— a cycle, either direction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666744"/>
            <a:ext cx="11094415" cy="658368"/>
          </a:xfrm>
          <a:prstGeom prst="rect">
            <a:avLst/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75818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measure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37560" y="375818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close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60920" y="375818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since substantive contact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" y="44714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37560" y="447141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direction, a number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360920" y="447141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directions, described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093208"/>
            <a:ext cx="11094415" cy="658368"/>
          </a:xfrm>
          <a:prstGeom prst="rect">
            <a:avLst/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1846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counts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37560" y="51846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and prospects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360920" y="51846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types; customer is one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definitions: docs/brm-taxonomy.md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E6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the product exists to close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1965960" cy="1691640"/>
          </a:xfrm>
          <a:prstGeom prst="roundRect">
            <a:avLst>
              <a:gd name="adj" fmla="val 4865"/>
            </a:avLst>
          </a:prstGeom>
          <a:solidFill>
            <a:srgbClr val="E8F6E8"/>
          </a:solidFill>
          <a:ln w="12700">
            <a:solidFill>
              <a:srgbClr val="0063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48840"/>
            <a:ext cx="384048" cy="384048"/>
          </a:xfrm>
          <a:prstGeom prst="ellipse">
            <a:avLst/>
          </a:prstGeom>
          <a:solidFill>
            <a:srgbClr val="E8F6E8"/>
          </a:solidFill>
          <a:ln w="12700">
            <a:solidFill>
              <a:srgbClr val="006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says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need contact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60904" y="2542032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98648" y="1920240"/>
            <a:ext cx="1965960" cy="1691640"/>
          </a:xfrm>
          <a:prstGeom prst="roundRect">
            <a:avLst>
              <a:gd name="adj" fmla="val 4865"/>
            </a:avLst>
          </a:prstGeom>
          <a:solidFill>
            <a:srgbClr val="FCFCFB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27248" y="2148840"/>
            <a:ext cx="384048" cy="384048"/>
          </a:xfrm>
          <a:prstGeom prst="ellipse">
            <a:avLst/>
          </a:prstGeom>
          <a:solidFill>
            <a:srgbClr val="EAF2FD"/>
          </a:solidFill>
          <a:ln w="12700">
            <a:solidFill>
              <a:srgbClr val="256A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27248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A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81528" y="2697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worst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81528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history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73752" y="2542032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111496" y="1920240"/>
            <a:ext cx="1965960" cy="1691640"/>
          </a:xfrm>
          <a:prstGeom prst="roundRect">
            <a:avLst>
              <a:gd name="adj" fmla="val 4865"/>
            </a:avLst>
          </a:prstGeom>
          <a:solidFill>
            <a:srgbClr val="FCFCFB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40096" y="2148840"/>
            <a:ext cx="384048" cy="384048"/>
          </a:xfrm>
          <a:prstGeom prst="ellipse">
            <a:avLst/>
          </a:prstGeom>
          <a:solidFill>
            <a:srgbClr val="EAF2FD"/>
          </a:solidFill>
          <a:ln w="12700">
            <a:solidFill>
              <a:srgbClr val="256A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0096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A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94376" y="2697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 conversation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94376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work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086600" y="2542032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324344" y="1920240"/>
            <a:ext cx="1965960" cy="1691640"/>
          </a:xfrm>
          <a:prstGeom prst="roundRect">
            <a:avLst>
              <a:gd name="adj" fmla="val 4865"/>
            </a:avLst>
          </a:prstGeom>
          <a:solidFill>
            <a:srgbClr val="FCFCFB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52944" y="2148840"/>
            <a:ext cx="384048" cy="384048"/>
          </a:xfrm>
          <a:prstGeom prst="ellipse">
            <a:avLst/>
          </a:prstGeom>
          <a:solidFill>
            <a:srgbClr val="EAF2FD"/>
          </a:solidFill>
          <a:ln w="12700">
            <a:solidFill>
              <a:srgbClr val="256A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52944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A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07224" y="2697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507224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it substantive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299448" y="2542032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537192" y="1920240"/>
            <a:ext cx="1965960" cy="1691640"/>
          </a:xfrm>
          <a:prstGeom prst="roundRect">
            <a:avLst>
              <a:gd name="adj" fmla="val 4865"/>
            </a:avLst>
          </a:prstGeom>
          <a:solidFill>
            <a:srgbClr val="E8F6E8"/>
          </a:solidFill>
          <a:ln w="12700">
            <a:solidFill>
              <a:srgbClr val="0063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65792" y="2148840"/>
            <a:ext cx="384048" cy="384048"/>
          </a:xfrm>
          <a:prstGeom prst="ellipse">
            <a:avLst/>
          </a:prstGeom>
          <a:solidFill>
            <a:srgbClr val="E8F6E8"/>
          </a:solidFill>
          <a:ln w="12700">
            <a:solidFill>
              <a:srgbClr val="0063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65792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720072" y="2697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resets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720072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drops to 4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85800" y="4114800"/>
            <a:ext cx="10820095" cy="1572768"/>
          </a:xfrm>
          <a:prstGeom prst="roundRect">
            <a:avLst>
              <a:gd name="adj" fmla="val 5233"/>
            </a:avLst>
          </a:prstGeom>
          <a:solidFill>
            <a:srgbClr val="F2F1ED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437083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is the system. Blue is the person.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51560" y="473659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system's whole job is the first step and the last — telling someone what needs them, and confirming it is handled. A tool that only stored records would do neither, and that is the difference between this and a contact list.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docs/flows.md §2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E6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build actually is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6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85800" y="23042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6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 PASSING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25237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files, CI green on every push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0" y="1554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6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474720" y="23042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6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CONTRAST FAILURES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0" y="25237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both colour modes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63640" y="1554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56A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6263640" y="23042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6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DEFECTS FIXED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63640" y="25237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documented in the test plan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052560" y="1554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B52F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9052560" y="23042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6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CASES STILL TO RUN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052560" y="25237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41 manual cases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383280"/>
            <a:ext cx="5394960" cy="2651760"/>
          </a:xfrm>
          <a:prstGeom prst="roundRect">
            <a:avLst>
              <a:gd name="adj" fmla="val 3103"/>
            </a:avLst>
          </a:prstGeom>
          <a:solidFill>
            <a:srgbClr val="E8F6E8"/>
          </a:solidFill>
          <a:ln w="12700">
            <a:solidFill>
              <a:srgbClr val="006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611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6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AND VERIFIED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393192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data model, migrations, synthetic seed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BRM: relationships, contacts, interaction log, cadence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PM: projects, tasks, board, progress and risk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joining both modules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and server-side authorisation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seam, CI, nine documents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37960" y="3383280"/>
            <a:ext cx="4937760" cy="2651760"/>
          </a:xfrm>
          <a:prstGeom prst="roundRect">
            <a:avLst>
              <a:gd name="adj" fmla="val 3103"/>
            </a:avLst>
          </a:prstGeom>
          <a:solidFill>
            <a:srgbClr val="F2F1ED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36118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6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BUILT — DELIBERATELY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0" y="3931920"/>
            <a:ext cx="4297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Relationship-health scoring (needs a client-agreed formula)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and digests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views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trail, MFA, backups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Screen-reader verification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E6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that lets five people work at once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566160" y="1463040"/>
            <a:ext cx="5029200" cy="777240"/>
          </a:xfrm>
          <a:prstGeom prst="roundRect">
            <a:avLst>
              <a:gd name="adj" fmla="val 10588"/>
            </a:avLst>
          </a:prstGeom>
          <a:solidFill>
            <a:srgbClr val="EAF2FD"/>
          </a:solidFill>
          <a:ln w="12700">
            <a:solidFill>
              <a:srgbClr val="256A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66160" y="14630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A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lib/dashboard  —  the only cross-module reads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80160" y="2697480"/>
            <a:ext cx="4206240" cy="137160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2880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lib/brm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3246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· queries · actions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508760" y="3566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the BRM workstream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75120" y="2697480"/>
            <a:ext cx="4206240" cy="137160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2880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lib/pm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03720" y="3246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· queries · actions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903720" y="3566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the PM workstream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0" y="3346704"/>
            <a:ext cx="1188720" cy="54864"/>
          </a:xfrm>
          <a:prstGeom prst="rect">
            <a:avLst/>
          </a:prstGeom>
          <a:solidFill>
            <a:srgbClr val="B52F2F"/>
          </a:solidFill>
          <a:ln w="12700">
            <a:solidFill>
              <a:srgbClr val="B52F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2F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280160" y="4526280"/>
            <a:ext cx="9601200" cy="777240"/>
          </a:xfrm>
          <a:prstGeom prst="roundRect">
            <a:avLst>
              <a:gd name="adj" fmla="val 10588"/>
            </a:avLst>
          </a:prstGeom>
          <a:solidFill>
            <a:srgbClr val="F2F1ED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45262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prisma/schema.prisma  —  the shared spine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562356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modules never import each other. They meet at two nullable foreign keys and nowhere else — so either can be built, tested and demonstrated without the other, and integration is not a cliff at the end of semester.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docs/adr/0003-modules-never-import-each-other.md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E6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YOU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your code goes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10820095" cy="658368"/>
          </a:xfrm>
          <a:prstGeom prst="roundRect">
            <a:avLst>
              <a:gd name="adj" fmla="val 12500"/>
            </a:avLst>
          </a:prstGeom>
          <a:solidFill>
            <a:srgbClr val="F2F1ED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282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&amp; shared data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43400" y="1746504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A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prisma/ · lib/domain/ · components/shell/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2340864"/>
            <a:ext cx="10820095" cy="658368"/>
          </a:xfrm>
          <a:prstGeom prst="roundRect">
            <a:avLst>
              <a:gd name="adj" fmla="val 12500"/>
            </a:avLst>
          </a:prstGeom>
          <a:solidFill>
            <a:srgbClr val="FCFCFB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module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43400" y="253288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A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lib/brm/ · components/brm/ · app/(app)/relationships/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127248"/>
            <a:ext cx="10820095" cy="658368"/>
          </a:xfrm>
          <a:prstGeom prst="roundRect">
            <a:avLst>
              <a:gd name="adj" fmla="val 12500"/>
            </a:avLst>
          </a:prstGeom>
          <a:solidFill>
            <a:srgbClr val="F2F1ED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3009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module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43400" y="3319272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A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lib/pm/ · components/pm/ · app/(app)/projects/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3913632"/>
            <a:ext cx="10820095" cy="658368"/>
          </a:xfrm>
          <a:prstGeom prst="roundRect">
            <a:avLst>
              <a:gd name="adj" fmla="val 12500"/>
            </a:avLst>
          </a:prstGeom>
          <a:solidFill>
            <a:srgbClr val="FCFCFB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087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&amp; design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43400" y="4105656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A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app/globals.css · components/ui/ · components/domain/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700016"/>
            <a:ext cx="10820095" cy="658368"/>
          </a:xfrm>
          <a:prstGeom prst="roundRect">
            <a:avLst>
              <a:gd name="adj" fmla="val 12500"/>
            </a:avLst>
          </a:prstGeom>
          <a:solidFill>
            <a:srgbClr val="F2F1ED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8737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testing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43400" y="48920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A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lib/dashboard/ · lib/integration/ · tests/ · .github/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5577840"/>
            <a:ext cx="10820095" cy="658368"/>
          </a:xfrm>
          <a:prstGeom prst="roundRect">
            <a:avLst>
              <a:gd name="adj" fmla="val 12500"/>
            </a:avLst>
          </a:prstGeom>
          <a:solidFill>
            <a:srgbClr val="FEF5E1"/>
          </a:solidFill>
          <a:ln w="12700">
            <a:solidFill>
              <a:srgbClr val="E0B2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74243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files touch everyone:  </a:t>
            </a:r>
            <a:pPr indent="0" marL="0">
              <a:buNone/>
            </a:pPr>
            <a:r>
              <a:rPr lang="en-US" sz="1300" dirty="0">
                <a:solidFill>
                  <a:srgbClr val="8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prisma/schema.prisma</a:t>
            </a:r>
            <a:pPr indent="0" marL="0">
              <a:buNone/>
            </a:pPr>
            <a:r>
              <a:rPr lang="en-US" sz="1300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and  </a:t>
            </a:r>
            <a:pPr indent="0" marL="0">
              <a:buNone/>
            </a:pPr>
            <a:r>
              <a:rPr lang="en-US" sz="1300" dirty="0">
                <a:solidFill>
                  <a:srgbClr val="8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lib/domain/enums.ts</a:t>
            </a:r>
            <a:pPr indent="0" marL="0">
              <a:buNone/>
            </a:pPr>
            <a:r>
              <a:rPr lang="en-US" sz="1300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Say so in the group chat before you open the PR.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E6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YOU COMMIT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rules that get a PR rejected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10820095" cy="1261872"/>
          </a:xfrm>
          <a:prstGeom prst="roundRect">
            <a:avLst>
              <a:gd name="adj" fmla="val 6522"/>
            </a:avLst>
          </a:prstGeom>
          <a:solidFill>
            <a:srgbClr val="FCFCFB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892808"/>
            <a:ext cx="384048" cy="384048"/>
          </a:xfrm>
          <a:prstGeom prst="ellipse">
            <a:avLst/>
          </a:prstGeom>
          <a:solidFill>
            <a:srgbClr val="FBEAEA"/>
          </a:solidFill>
          <a:ln w="12700">
            <a:solidFill>
              <a:srgbClr val="B52F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52F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45920" y="1801368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never import each other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45920" y="220370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need both, it belongs in lib/dashboard. An import across the boundary is visible in review and will be asked about.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3063240"/>
            <a:ext cx="10820095" cy="1261872"/>
          </a:xfrm>
          <a:prstGeom prst="roundRect">
            <a:avLst>
              <a:gd name="adj" fmla="val 6522"/>
            </a:avLst>
          </a:prstGeom>
          <a:solidFill>
            <a:srgbClr val="FCFCFB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355848"/>
            <a:ext cx="384048" cy="384048"/>
          </a:xfrm>
          <a:prstGeom prst="ellipse">
            <a:avLst/>
          </a:prstGeom>
          <a:solidFill>
            <a:srgbClr val="FBEAEA"/>
          </a:solidFill>
          <a:ln w="12700">
            <a:solidFill>
              <a:srgbClr val="B52F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52F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3264408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 checks permission on the server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45920" y="366674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lines of any action that changes data. Hiding a button is a courtesy — someone who can craft a POST reaches the action anyway.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526280"/>
            <a:ext cx="10820095" cy="1261872"/>
          </a:xfrm>
          <a:prstGeom prst="roundRect">
            <a:avLst>
              <a:gd name="adj" fmla="val 6522"/>
            </a:avLst>
          </a:prstGeom>
          <a:solidFill>
            <a:srgbClr val="FCFCFB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4818888"/>
            <a:ext cx="384048" cy="384048"/>
          </a:xfrm>
          <a:prstGeom prst="ellipse">
            <a:avLst/>
          </a:prstGeom>
          <a:solidFill>
            <a:srgbClr val="FBEAEA"/>
          </a:solidFill>
          <a:ln w="12700">
            <a:solidFill>
              <a:srgbClr val="B52F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818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52F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45920" y="4727448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values are computed, never stored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45920" y="512978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Cadence, progress and risk are pure functions. There is exactly one exception in the codebase, it is documented, and it has its own test suite.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6126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detail, plus the definition of done: CONTRIBUTING.md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E6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 actually claim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554480"/>
          <a:ext cx="60350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178040" y="1554480"/>
            <a:ext cx="4297680" cy="2834640"/>
          </a:xfrm>
          <a:prstGeom prst="roundRect">
            <a:avLst>
              <a:gd name="adj" fmla="val 2903"/>
            </a:avLst>
          </a:prstGeom>
          <a:solidFill>
            <a:srgbClr val="F2F1ED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6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HONEST FRAMING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498080" y="210312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coverage is 30%. That number is dominated by thin server actions we chose not to test, and the manual script covers them instead.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figure that matters is the first three bars: the logic that makes a decision is at or near full coverage.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4617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WCAG 2.2 AA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063240" y="4617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measured, not eyeballed — zero failures in both modes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5166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Legal context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063240" y="5166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DDA 1992 makes this the standard with real exposure in Australia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" y="5715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2F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Still open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063240" y="57150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screen-reader testing; automated checks find about a third of barriers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E6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the client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was built before the requirements meeting. The relationship model is the part most likely to be wrong, and it is cheap to change now and expensive later.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167128"/>
            <a:ext cx="384048" cy="384048"/>
          </a:xfrm>
          <a:prstGeom prst="ellipse">
            <a:avLst/>
          </a:prstGeom>
          <a:solidFill>
            <a:srgbClr val="EAF2FD"/>
          </a:solidFill>
          <a:ln w="12700">
            <a:solidFill>
              <a:srgbClr val="256A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A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2148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six relationship types right? Is there something you maintain that does not fit?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916936"/>
            <a:ext cx="384048" cy="384048"/>
          </a:xfrm>
          <a:prstGeom prst="ellipse">
            <a:avLst/>
          </a:prstGeom>
          <a:solidFill>
            <a:srgbClr val="EAF2FD"/>
          </a:solidFill>
          <a:ln w="12700">
            <a:solidFill>
              <a:srgbClr val="256A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A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28986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one person be able to hold two relationships — an advisor who is also an investor?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3666744"/>
            <a:ext cx="384048" cy="384048"/>
          </a:xfrm>
          <a:prstGeom prst="ellipse">
            <a:avLst/>
          </a:prstGeom>
          <a:solidFill>
            <a:srgbClr val="EAF2FD"/>
          </a:solidFill>
          <a:ln w="12700">
            <a:solidFill>
              <a:srgbClr val="256A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A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36484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real default cadences per type? Ours are reasonable guesses, not observed practice.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4416552"/>
            <a:ext cx="384048" cy="384048"/>
          </a:xfrm>
          <a:prstGeom prst="ellipse">
            <a:avLst/>
          </a:prstGeom>
          <a:solidFill>
            <a:srgbClr val="EAF2FD"/>
          </a:solidFill>
          <a:ln w="12700">
            <a:solidFill>
              <a:srgbClr val="256A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416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A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439826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a relationship in practice — one person, or a primary and a backup?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5166360"/>
            <a:ext cx="384048" cy="384048"/>
          </a:xfrm>
          <a:prstGeom prst="ellipse">
            <a:avLst/>
          </a:prstGeom>
          <a:solidFill>
            <a:srgbClr val="EAF2FD"/>
          </a:solidFill>
          <a:ln w="12700">
            <a:solidFill>
              <a:srgbClr val="256A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A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514807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the team honestly use the substantive / incidental flag? If not, the cadence figure loses its meaning.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5897880"/>
            <a:ext cx="10820095" cy="566928"/>
          </a:xfrm>
          <a:prstGeom prst="roundRect">
            <a:avLst>
              <a:gd name="adj" fmla="val 14516"/>
            </a:avLst>
          </a:prstGeom>
          <a:solidFill>
            <a:srgbClr val="EAF2FD"/>
          </a:solidFill>
          <a:ln w="12700">
            <a:solidFill>
              <a:srgbClr val="256A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60167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56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a working system and asking “is this what you meant?” gets a better answer than a requirements document does.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C8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IT RUNNING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188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commands, no database to install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057400"/>
            <a:ext cx="6949440" cy="1965960"/>
          </a:xfrm>
          <a:prstGeom prst="roundRect">
            <a:avLst>
              <a:gd name="adj" fmla="val 3721"/>
            </a:avLst>
          </a:prstGeom>
          <a:solidFill>
            <a:srgbClr val="202226"/>
          </a:solidFill>
          <a:ln w="12700">
            <a:solidFill>
              <a:srgbClr val="3437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240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https://github.com/fangyikunJian/viemo-ops-dashboard.git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05840" y="266090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05840" y="30815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setup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05840" y="35021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sign in with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5262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  /  admin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95528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C8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IN THIS ORDER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955280" y="2395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FC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CONTRIBUTING.md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955280" y="2633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conventions, definition of done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55280" y="29626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FC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docs/mvp-scope.md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955280" y="3200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in, what is out, and why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55280" y="35295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FC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docs/flows.md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955280" y="3767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flow as a diagram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55280" y="4096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FC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docs/design-system.md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955280" y="43342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and components, Figma-ready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55280" y="4663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FC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docs/demonstration-guide.md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955280" y="49011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for the client meeting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6172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on synthetic data. Nothing here connects to a live system.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Viemo Studio Operations Dashboard — Team Briefing</dc:title>
  <dc:subject>PptxGenJS Presentation</dc:subject>
  <dc:creator>UG-S2-28</dc:creator>
  <cp:lastModifiedBy>UG-S2-28</cp:lastModifiedBy>
  <cp:revision>1</cp:revision>
  <dcterms:created xsi:type="dcterms:W3CDTF">2026-08-17T03:43:14Z</dcterms:created>
  <dcterms:modified xsi:type="dcterms:W3CDTF">2026-08-17T03:43:14Z</dcterms:modified>
</cp:coreProperties>
</file>